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31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3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37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2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4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1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9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7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3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992838-A0A2-43DE-B318-F296BBDEB25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37DC761-3754-40C9-9856-3ED43613A6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24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Curs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/>
              <a:t>De alexandros niță și cosmin glod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69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Divizorii unui număr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un număr n, aflați divizorii acestuia.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07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Divizorii unui număr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un număr n, aflați divizorii acestuia.</a:t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>Soluție: Parcurgem numerele de la 1 la n și verificăm dacă fiecare divide numărul n. Soluția are complexitate O(n), destul de lentă. Alte idei?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3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Divizorii unui număr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un număr n, aflați divizorii acestuia.</a:t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>Soluție mai eficientă: Obserbăm că în afară de numărul n, toți divizorii sunt mai mici decât n / 2. Putem, deci, parcurge doar numerele de la 1 la n / 2. Complexitatea rămâne O(n), dar numărul de operații este redus la jumătate.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62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Divizorii unui număr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un număr n, aflați divizorii acestuia.</a:t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>Soluție optimă: Putem observa că numărul de divizori vine în pereche. Dacă x este divizor al lui n, atunci n / x este de asemenea divizor. Dacă a * b = n și a </a:t>
            </a:r>
            <a:r>
              <a:rPr lang="en-US" dirty="0" smtClean="0"/>
              <a:t>&lt; b</a:t>
            </a:r>
            <a:r>
              <a:rPr lang="ro-RO" dirty="0" smtClean="0"/>
              <a:t>, atunci putem demonstra prin reducere la absurd că a </a:t>
            </a:r>
            <a:r>
              <a:rPr lang="en-US" dirty="0" smtClean="0"/>
              <a:t>&lt; </a:t>
            </a:r>
            <a:r>
              <a:rPr lang="en-US" dirty="0" err="1" smtClean="0"/>
              <a:t>sqrt</a:t>
            </a:r>
            <a:r>
              <a:rPr lang="en-US" dirty="0" smtClean="0"/>
              <a:t>(n). </a:t>
            </a:r>
            <a:r>
              <a:rPr lang="en-US" dirty="0" err="1" smtClean="0"/>
              <a:t>Atunci</a:t>
            </a:r>
            <a:r>
              <a:rPr lang="en-US" dirty="0" smtClean="0"/>
              <a:t>,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parcurge</a:t>
            </a:r>
            <a:r>
              <a:rPr lang="en-US" dirty="0" smtClean="0"/>
              <a:t> </a:t>
            </a:r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 smtClean="0"/>
              <a:t>numerele</a:t>
            </a:r>
            <a:r>
              <a:rPr lang="en-US" dirty="0" smtClean="0"/>
              <a:t> de la 1 la </a:t>
            </a:r>
            <a:r>
              <a:rPr lang="en-US" dirty="0" err="1" smtClean="0"/>
              <a:t>sqrt</a:t>
            </a:r>
            <a:r>
              <a:rPr lang="en-US" dirty="0" smtClean="0"/>
              <a:t>(n),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fiecare</a:t>
            </a:r>
            <a:r>
              <a:rPr lang="en-US" dirty="0" smtClean="0"/>
              <a:t> </a:t>
            </a:r>
            <a:r>
              <a:rPr lang="en-US" dirty="0" err="1" smtClean="0"/>
              <a:t>num</a:t>
            </a:r>
            <a:r>
              <a:rPr lang="ro-RO" dirty="0" smtClean="0"/>
              <a:t>ăr vom găsi de fapt 2 divizori, x și n / x.</a:t>
            </a:r>
          </a:p>
          <a:p>
            <a:endParaRPr lang="ro-RO" dirty="0"/>
          </a:p>
          <a:p>
            <a:pPr marL="0" indent="0">
              <a:buNone/>
            </a:pPr>
            <a:r>
              <a:rPr lang="ro-RO" dirty="0"/>
              <a:t> </a:t>
            </a:r>
            <a:r>
              <a:rPr lang="ro-RO" dirty="0" smtClean="0"/>
              <a:t>Link implementare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1788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Număr prim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un număr n, determinați dacă este număr prim sau nu.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8757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Număr prim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un număr n, determinați dacă este număr prim sau nu.</a:t>
            </a:r>
          </a:p>
          <a:p>
            <a:endParaRPr lang="ro-RO" dirty="0"/>
          </a:p>
          <a:p>
            <a:r>
              <a:rPr lang="ro-RO" dirty="0" smtClean="0"/>
              <a:t>Soluție: Vom folosi algoritmul descris mai sus pentru a căuta vreun divizor. Dacă nu găsim niciunul, înseamnă că numărul nostru este prim. Atenție la cazuri particulare când n poate să fie mic!</a:t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>Link implementare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6325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Descompunere în factori primi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fiind un număr n, determinați descompunerea în factori primi a acestuia.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22392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Descompunere în factori primi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Problemă: Dat fiind un număr n, determinați descompunerea în factori primi a acestuia.</a:t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>Soluție: Cât timp numărul nu e diferit de 1, încercăm să îl împărțim la numerele prime mai mici ca acesta. Vom căuta aceste numere până la sqrt(n) conform algoritmului prezentat la divizori mai sus.  </a:t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>Link implementare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786148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175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Curs 3</vt:lpstr>
      <vt:lpstr>Divizorii unui număr</vt:lpstr>
      <vt:lpstr>Divizorii unui număr</vt:lpstr>
      <vt:lpstr>Divizorii unui număr</vt:lpstr>
      <vt:lpstr>Divizorii unui număr</vt:lpstr>
      <vt:lpstr>Număr prim</vt:lpstr>
      <vt:lpstr>Număr prim</vt:lpstr>
      <vt:lpstr>Descompunere în factori primi</vt:lpstr>
      <vt:lpstr>Descompunere în factori primi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3</dc:title>
  <dc:creator>Alex</dc:creator>
  <cp:lastModifiedBy>Alex</cp:lastModifiedBy>
  <cp:revision>3</cp:revision>
  <dcterms:created xsi:type="dcterms:W3CDTF">2025-10-24T16:37:15Z</dcterms:created>
  <dcterms:modified xsi:type="dcterms:W3CDTF">2025-10-24T17:09:17Z</dcterms:modified>
</cp:coreProperties>
</file>